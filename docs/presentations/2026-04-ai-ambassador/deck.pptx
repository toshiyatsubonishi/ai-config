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AIアンバサダー報告会_成果報告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（2026年4月報告時点） ai-config中心の成果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545336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5956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課題と背景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1810512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AI活用で先に詰まるのは「何を使うべきか」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322576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MCP が増えるほど、候補の見極めが難しくなる。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不要な候補が混ざると説明コストとコンテキスト負荷が増え、環境差分があると再現性も落ちる。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そこで今月は、道具選びと計画づくりの部分を ai-config として明確に整理した。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1664208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545336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59562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成果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9088" y="181051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として ai-config を整理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2322576"/>
            <a:ext cx="5102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selector-serving を read-only の公開面として整備。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+ MCPO の接続テンプレートを repo に追加。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ローカルでは search と readiness 応答まで確認し、説明と実演の両方に耐える材料をそろえた。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230368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5111496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51617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今後の展望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5376672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デモを軸に、候補精度と plan 活用を次フェーズへつなぐ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5800" y="5888736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今回は CLI だけでなく、UI から MCP として使えることを見せる。次は候補精度、approved plan 活用、業務ドメイン向け Skill / MCP の拡張へ進める。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今月の要約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selector-serving / Open WebUI / control plane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929384"/>
            <a:ext cx="3291840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965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selector-serving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29514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の公開面を整理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2724912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に載せる標準 surface を `ai-config-selector-serving` に固定。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`/mcp`、`/healthz`、`/readyz` を明示し、runtime では index build を行わない前提に整理した。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178308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1929384"/>
            <a:ext cx="3291840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1965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Open WebUI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07992" y="229514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MCPO 経由の接続テンプレートを追加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07992" y="2724912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から ai-config を tool server として扱えるように、selector / MCPO / Open WebUI それぞれの Cloud Run テンプレートと secret sample を repo に持たせた。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4424" y="178308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0728" y="1929384"/>
            <a:ext cx="3291840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1965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architecture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47304" y="229514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として説明可能にした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47304" y="2724912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ai-config の主役を selector / planner / boundary に置き、execution runtime は dispatch 側に分ける構成を明文化。エンジニア相手にも筋の通った説明がしやすくなった。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916168"/>
            <a:ext cx="10863072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62472"/>
            <a:ext cx="10497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一言でいうと: ai-config は「AI の実行エンジン」ではなく「AI の道具選びと実行前整理を担う基盤」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今回の見せ方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実画面・補助図・ライブデモ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1975104"/>
            <a:ext cx="3136392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11680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3408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実画面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や selector の動く様子は理解を早める。ただし UI の派手さを見せたいのではなく、接続済みであることを伝えるための材料として使う。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9976" y="182880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975104"/>
            <a:ext cx="3136392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011680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62856" y="23408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補助図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62856" y="2770632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責務分離や MCP 接続は静止画のほうが説明しやすい。デモが不安定でも、構造の話は補助図だけで成立するようにしておく。 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82712" y="182880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975104"/>
            <a:ext cx="3136392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2011680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65592" y="23408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65592" y="2770632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から『使うべき Skill / MCP を探して』と依頼し、search → detail → downstream MCP 確認の順に見せる。成功時は説得力、失敗時は Slide 12 に切り替える。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5943600"/>
            <a:ext cx="10634472" cy="475488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6089904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今日見せたいのは AI の万能感ではなく、『必要な道具を必要なタイミングで探して使える状態』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活動の背景と課題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候補選定 / context / environment / ownership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49808" y="1755648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01952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38528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22677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候補が増える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MCP が増えるほど、正しいものを選ぶ難度が上がる。全部を頭に入れておく前提では運用が重くなる。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755648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901952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938528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22677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コンテキストが膨らむ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不要な候補を事前投入すると、使わない情報まで説明し続けることになる。選定品質にも悪影響が出やすい。 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822192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968496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005072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" y="43342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環境差分が出る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7640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ごとの差、MCP の登録差、運用環境の制約が混ざると、同じ手順でも再現しにくくなる。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822192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3968496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4005072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43342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責任分界が曖昧になる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09360" y="47640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選定、計画、実行が混ざると、どこで何を保証しているのか説明しにくい。結果としてレビューや引き継ぎのコストも上がる。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ゴールとアプローチ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/ planner / execution boundary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31520" y="1755648"/>
            <a:ext cx="482803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636776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6870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ai-config を execution runtime ではなく control plane に置く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4462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扱いたい中心は 3 つ。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Skill / MCP の catalog と index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selector による候補検索と詳細確認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approved plan という planning artifact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実行の DAG、retry、parallelism、context handoff は dispatch runtime に渡し、境界で契約を固定する。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788152" y="1755648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34456" y="1901952"/>
            <a:ext cx="1591056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193852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71032" y="226771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First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71032" y="269748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はまず selector で候補を探す。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82128" y="1755648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1901952"/>
            <a:ext cx="1591056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93852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65008" y="226771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As Artifact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65008" y="269748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複雑タスクでは approved plan を先に作る。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76104" y="1755648"/>
            <a:ext cx="1709928" cy="201168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1901952"/>
            <a:ext cx="1417320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3848" y="193852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58984" y="226771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158984" y="26974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runtime とは stable contract でつなぐ。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88152" y="4069080"/>
            <a:ext cx="5897880" cy="216712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95020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40005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設計上の狙い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71032" y="421538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説明しやすく、切り離しやすく、運用しやすい構成にする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971032" y="4727448"/>
            <a:ext cx="55321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派手な runtime 機能を同じ repo に抱え込まず、ai-config は selection quality / planning quality / provenance を担う。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これにより、Open WebUI デモでも『何を解決している repo なのか』を短時間で説明できる。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役割分離の全体像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→ selector → ApprovedPlan → dispatch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7344" y="1572768"/>
            <a:ext cx="812800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4944" y="5650992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5797296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 repo の主役は selector / planner / boundary。 execution runtime の詳細を中央に置かないことで、説明と保守の軸を保ちやすい。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ai-config の中身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index / selector / planner artifact / boundary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13232" y="1737360"/>
            <a:ext cx="21214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883664"/>
            <a:ext cx="1828800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2494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Index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267919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MCP source を catalog 化し、index を build して candidate retrieval の土台をつくる。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99232" y="1737360"/>
            <a:ext cx="21214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1883664"/>
            <a:ext cx="1828800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82112" y="22494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82112" y="267919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search_tools、get_tool_detail、downstream MCP bridge で『何を使うか』を返す。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85232" y="1737360"/>
            <a:ext cx="21214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1883664"/>
            <a:ext cx="1828800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68112" y="22494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Artifact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68112" y="267919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必要時だけ ApprovedPlan を作り、validation と controlled replan を扱う。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71232" y="1737360"/>
            <a:ext cx="21214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1883664"/>
            <a:ext cx="1828800" cy="228600"/>
          </a:xfrm>
          <a:prstGeom prst="roundRect">
            <a:avLst>
              <a:gd name="adj" fmla="val 32000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54112" y="22494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Boundary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54112" y="267919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を ApprovedPlanExecutionRequest にして dispatch へ渡す。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57232" y="1737360"/>
            <a:ext cx="21214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03536" y="1883664"/>
            <a:ext cx="1828800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1920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40112" y="22494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Serving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040112" y="267919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selector-serving は index を読むだけの runtime として公開する。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" y="4187952"/>
            <a:ext cx="1099108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406908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11937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エンジニア向けに伝わりやすい一言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6112" y="4334256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ai-config は capability broker であり、単なるツール置き場ではない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96112" y="4846320"/>
            <a:ext cx="10625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価値の中心は runtime の派手さではなく、selection quality と planning quality。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が正本として持つのは catalog / retrieval / policy / plan artifact / runtime validation / provenance であり、execution の詳細は boundary の外で扱う。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Open WebUI 連携の構成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→ MCPO → ai-config-selector-serving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714214"/>
            <a:ext cx="7543800" cy="42433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0" y="1755648"/>
            <a:ext cx="3182112" cy="4315968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22208" y="163677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1936" y="1687068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595360" y="190195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 Open WebUI デモが効くのか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95360" y="2414016"/>
            <a:ext cx="281635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 だけでなく、既存 UI から使える形を見せられる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ai-config を『ただの設定 repo』ではなく、MCP として触れる surface にできていることが伝わる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社内の利用イメージを非エンジニアにも共有しやすい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デモで見せるポイント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→ detail → downstream MCP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13232" y="1719072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865376"/>
            <a:ext cx="3227832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01952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2311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候補探索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2660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『この依頼に使うべき Skill / MCP を探して』と依頼し、search_tools 相当の動きを起点にする。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4256" y="1719072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865376"/>
            <a:ext cx="3227832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01952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7136" y="22311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詳細確認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17136" y="2660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候補のうち適切なものを選び、get_tool_detail で実行手順や注意点を確認する。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5280" y="1719072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1865376"/>
            <a:ext cx="3227832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1901952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0" y="22311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接続確認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38160" y="2660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必要なら downstream MCP の tool list まで見せ、検索だけでなく bridge も動くことを示す。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3364992"/>
            <a:ext cx="367588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461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29641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ライブプロンプト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" y="351129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で最初に打つ文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96112" y="4023360"/>
            <a:ext cx="3310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この依頼に使うべき Skill / MCP を先に探して、理由つきで候補を出してください。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候補のうち一番適切なものの詳細を確認してください。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利用可能な downstream MCP の tool list も確認してください。</a:t>
            </a:r>
            <a:endParaRPr lang="en-US" sz="132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616" y="3364992"/>
            <a:ext cx="52019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成果サマリー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公開面 / 接続 / 責務分離 / 検証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530352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29384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6596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2951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selector-serving を整理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72491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HTTP surface を `ai-config-selector-serving` に固定し、`/mcp`、`/healthz`、`/readyz` を明示。runtime で index build しない前提も整理した。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4768" y="1783080"/>
            <a:ext cx="530352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929384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6596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22951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+ MCPO の接続テンプレートを repo 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27648" y="272491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/ MCPO / Open WebUI それぞれの Cloud Run テンプレートと secret sample JSON を追加し、接続手順の再現性を上げた。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30352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032504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6908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4398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と execution の責務分離を説明可能に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82803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ai-config を selector / planner の control plane として扱い、dispatch runtime とは stable boundary でつなぐ整理を明文化した。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44768" y="3886200"/>
            <a:ext cx="530352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32504"/>
            <a:ext cx="5010912" cy="228600"/>
          </a:xfrm>
          <a:prstGeom prst="roundRect">
            <a:avLst>
              <a:gd name="adj" fmla="val 32000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06908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7648" y="4398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ローカル検証と発表用 evidence を確保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27648" y="482803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結果、schema 確認、selector-serving readiness を押さえ、ライブデモが失敗しても説明が続けられる材料をそろえた。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エンジニア向けの価値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quality / ownership / operations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52669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29384"/>
            <a:ext cx="4974336" cy="228600"/>
          </a:xfrm>
          <a:prstGeom prst="roundRect">
            <a:avLst>
              <a:gd name="adj" fmla="val 32000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65960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229514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Quality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724912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全候補を最初から抱え込まず、必要なときだけ候補を返すので、選定ミスや説明コストを抑えやすい。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4768" y="1783080"/>
            <a:ext cx="52669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929384"/>
            <a:ext cx="4974336" cy="228600"/>
          </a:xfrm>
          <a:prstGeom prst="roundRect">
            <a:avLst>
              <a:gd name="adj" fmla="val 32000"/>
            </a:avLst>
          </a:prstGeom>
          <a:solidFill>
            <a:srgbClr val="268BE0"/>
          </a:solidFill>
          <a:ln w="12700">
            <a:solidFill>
              <a:srgbClr val="268B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65960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229514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責任分界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27648" y="2724912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/ planner / execution boundary を切ることで、どこが何を保証しているかが明確になる。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968496"/>
            <a:ext cx="52669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114800"/>
            <a:ext cx="4974336" cy="228600"/>
          </a:xfrm>
          <a:prstGeom prst="roundRect">
            <a:avLst>
              <a:gd name="adj" fmla="val 32000"/>
            </a:avLst>
          </a:prstGeom>
          <a:solidFill>
            <a:srgbClr val="34A853"/>
          </a:solidFill>
          <a:ln w="12700">
            <a:solidFill>
              <a:srgbClr val="34A85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15137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" y="448056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/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910328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source、index、template の正本管理を repo に残し、運用上の provenance を保ちやすくしている。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44768" y="3968496"/>
            <a:ext cx="526694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7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114800"/>
            <a:ext cx="4974336" cy="228600"/>
          </a:xfrm>
          <a:prstGeom prst="roundRect">
            <a:avLst>
              <a:gd name="adj" fmla="val 32000"/>
            </a:avLst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15137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7648" y="448056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運用しやすさ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27648" y="4910328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selector-serving を read-only surface として公開できるので、実運用の説明と review に耐えやすい。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デモ補強と検証証跡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healthz / readyz / templates / local evidence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784794"/>
            <a:ext cx="7406640" cy="41662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755648"/>
            <a:ext cx="3364992" cy="4389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39328" y="1636776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68706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12480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ライブ失敗時の話し方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412480" y="2414016"/>
            <a:ext cx="29992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今日は UI の派手さを見せたいのではなく、必要な道具を必要なタイミングで探して使える構成を見せたい。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ライブ動作が難しい場合でも、公開面・テンプレート・ローカル readiness の 3 点で実装の進捗は示せる。</a:t>
            </a:r>
            <a:endParaRPr lang="en-US" sz="13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20624"/>
            <a:ext cx="73152" cy="5303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今後の展望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04120" y="384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68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</a:t>
            </a:r>
            <a:pPr algn="r" indent="0" marL="0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11000232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698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会社名：SBIアートオークション / 氏名：坪西 俊哉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69848"/>
            <a:ext cx="4590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候補精度 / approved plan / domain skills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4592" y="65013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SBI Holdings Inc. All Rights Reserved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66420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714500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/ Phase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19293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WebUI デモを安定運用に寄せる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44144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・候補探索 → detail → downstream MCP の見せ方を固定する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・実画面の差し替えやスクリーンショットを追加し、補助図依存を減らす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・selector-serving と template 群の説明を、社内共有しやすい粒度まで整理する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66420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13B74"/>
          </a:solidFill>
          <a:ln w="12700">
            <a:solidFill>
              <a:srgbClr val="113B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71450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 / Phase 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19293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業務ドメインに近い Skill / MCP を増やす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4144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・候補精度の改善と approved plan 活用を進める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・社内知識や業務フローを Skill / MCP として積み増す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5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・定期的な棚卸しを行い、古い候補や曖昧な運用を減らす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6144768"/>
            <a:ext cx="10954512" cy="329184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5240">
            <a:solidFill>
              <a:srgbClr val="D7E1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6291072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目指す姿: ai-config を『育て続けられる control plane』として運用に載せる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SBIアートオークション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2026年4月 AIアンバサダー報告会_成果報告</dc:title>
  <dc:subject>2026年4月 AIアンバサダー報告会 成果報告</dc:subject>
  <dc:creator>OpenAI Codex</dc:creator>
  <cp:lastModifiedBy>OpenAI Codex</cp:lastModifiedBy>
  <cp:revision>1</cp:revision>
  <dcterms:created xsi:type="dcterms:W3CDTF">2026-04-03T02:31:27Z</dcterms:created>
  <dcterms:modified xsi:type="dcterms:W3CDTF">2026-04-03T02:31:27Z</dcterms:modified>
</cp:coreProperties>
</file>